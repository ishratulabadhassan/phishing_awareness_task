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3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632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850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385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706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623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95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190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766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802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883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23790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2894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153246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7113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26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373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907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Phishing Attacks Awareness Modules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Learn to recognize, avoid, and report phishing attempts.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1: Understanding Phishing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Phishing is a social engineering attack where attackers impersonate trusted entities.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Common warning signs include: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• Generic greetings (e.g., 'Dear Customer').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• Urgency or fear tactics.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• Suspicious links or mismatched sender addresses.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• Requests for sensitive information.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• Unexpected attachments or spelling errors.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Engineering Tactics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Baiting – Uses false promises like 'free prizes' to lure victims.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Scareware – Displays alarming messages to push users to act.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Pretexting – Attacker builds trust using a fabricated story (e.g., posing as IT).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Module 2: Recognizing Fake Websites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Phishing often leads to fake websites that mimic real ones.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Tips to identify fake sites: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• Suspicious URLs or misspelled domains.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• Missing HTTPS or padlock icon.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• Poor design and inconsistent quality.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• Deals that seem 'too good to be true'.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3: Real-World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Hong Kong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Deepfake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Scam ($25M):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Deepfake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CFO tricked employee to transfer funds.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Facebook &amp; Google Scam ($100M): Fake vendor invoices led to massive losses.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FACC Scam ($61M): Fake CEO email caused $61M transfer to attacker.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4: Best Practices and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Think before acting – pause when urgency is created.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Hover over links to preview URLs.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Verify sender identity through known channels.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Use strong, unique passwords and enable MFA.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Update software regularly for security patches.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Report suspicious messages to IT or your provider.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Quiz: Test Your Phishing Awareness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Q1: 'Apple Support' email asking to validate your account immediately → Phishing (A).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Q2: 'Netflix' email with suspicious link (update-netflix.co) → Phishing (A).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Q3: Text with shortened URL for package delivery → Phishing (A).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</TotalTime>
  <Words>330</Words>
  <Application>Microsoft Office PowerPoint</Application>
  <PresentationFormat>On-screen Show (4:3)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Phishing Attacks Awareness Modules</vt:lpstr>
      <vt:lpstr>Module 1: Understanding Phishing Attacks</vt:lpstr>
      <vt:lpstr>Social Engineering Tactics</vt:lpstr>
      <vt:lpstr>Module 2: Recognizing Fake Websites</vt:lpstr>
      <vt:lpstr>Module 3: Real-World Examples</vt:lpstr>
      <vt:lpstr>Module 4: Best Practices and Tips</vt:lpstr>
      <vt:lpstr>Quiz: Test Your Phishing Awareness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Attacks Awareness Modules</dc:title>
  <dc:subject/>
  <dc:creator>PMYLS</dc:creator>
  <cp:keywords/>
  <dc:description>generated using python-pptx</dc:description>
  <cp:lastModifiedBy>PMYLS</cp:lastModifiedBy>
  <cp:revision>4</cp:revision>
  <dcterms:created xsi:type="dcterms:W3CDTF">2013-01-27T09:14:16Z</dcterms:created>
  <dcterms:modified xsi:type="dcterms:W3CDTF">2025-10-19T07:37:15Z</dcterms:modified>
  <cp:category/>
</cp:coreProperties>
</file>